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ITFlow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tareas y flujo de 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Arquitectura | 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 la presentación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proyecto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principales por 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técnicos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mejoras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(3 meses)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éxito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implementación: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✅ En uso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✅ En uso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⏳ Desarrollo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multirrol (Admin, Supervisor, User)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personalizados por 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y seguimiento de tareas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evidencias y comentarios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3 capas (cliente, API, BD)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Vista de Administrador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Sistema completo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por Responsable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distribución de tareas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completado del sistema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Riesgo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vencidas por usuario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Vista del Operario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Solo sus tareas asignadas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828800" cy="13716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828800" cy="1371600"/>
          </a:xfrm>
          <a:prstGeom prst="rect">
            <a:avLst/>
          </a:prstGeom>
          <a:solidFill>
            <a:srgbClr val="26DE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1828800" cy="1371600"/>
          </a:xfrm>
          <a:prstGeom prst="rect">
            <a:avLst/>
          </a:prstGeom>
          <a:solidFill>
            <a:srgbClr val="FC5A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disponibles: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estado de tarea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porcentaje de avance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evidencia (JPG, PNG, PDF)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comentarios y observaciones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Crear y asignar tarea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Admin/Supervisor accede /tareas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"Nueva tarea" → Abre Modal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formulario (título, fecha, usuario)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Validación cliente +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en BD → Notificación a usuario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Fortalezas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Arquitectura modular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clara: pages, components, context, hooks, lib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Seguridad multinivel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API → Base de datos (RLS)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Componentes reutilizables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FormularioMulti, TablaGenérica, Modal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Integración 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automático, realtime queries,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Áreas críticas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" cy="594360"/>
          </a:xfrm>
          <a:prstGeom prst="rect">
            <a:avLst/>
          </a:prstGeom>
          <a:solidFill>
            <a:srgbClr val="FC5A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inconsistente en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74320" cy="594360"/>
          </a:xfrm>
          <a:prstGeom prst="rect">
            <a:avLst/>
          </a:prstGeom>
          <a:solidFill>
            <a:srgbClr val="FC5A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 unitarios (0% coverage)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74320" cy="594360"/>
          </a:xfrm>
          <a:prstGeom prst="rect">
            <a:avLst/>
          </a:prstGeom>
          <a:solidFill>
            <a:srgbClr val="FC5A5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incompleto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74320" cy="5943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problem en queries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274320" cy="5943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incompleto en BD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(3 meses)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confiabilidad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con Zod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useApi hook centralizado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(Tier 1)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Protección de rutas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y docs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Optimizar queries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RLS policies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Swagger/OpenAPI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tests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y escalabilidad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Caché con SWR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6364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Loading states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tests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Roadmap TypeScript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éxito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mediremos el progreso: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7432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214884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214884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(p95)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5603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25603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297180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97180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297180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33832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3832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33832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3794760"/>
            <a:ext cx="27432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(staging)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379476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379476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75120" y="3794760"/>
            <a:ext cx="16459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645920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ITFlow tiene cimientos sólidos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Necesita inversión en calidad antes de escalar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 el plan de 3 meses: Listo para producción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Mantenibilidad mejora 80%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Confianza en cambios futuros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2026-04-18T01:15:41Z</dcterms:created>
  <dcterms:modified xsi:type="dcterms:W3CDTF">2026-04-18T01:15:41Z</dcterms:modified>
</cp:coreProperties>
</file>